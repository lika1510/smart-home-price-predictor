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 lIns="731520"/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SMART HOME PRICE &amp; RISK PREDICTOR</a:t>
            </a:r>
          </a:p>
          <a:p>
            <a:pPr>
              <a:spcBef>
                <a:spcPts val="1000"/>
              </a:spcBef>
              <a:defRPr sz="2000">
                <a:solidFill>
                  <a:srgbClr val="38BDF8"/>
                </a:solidFill>
              </a:defRPr>
            </a:pPr>
            <a:r>
              <a:t>R Language &amp; Machine Learning-Powered Web Application (INR ₹)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• 4 Core Machine Learning Algorithms (2 Supervised + 2 Unsupervised)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• Real-Time Property Valuation in Indian Rupees (₹ Lakhs / ₹ Cr)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• React 18 Dynamic Frontend &amp; Flask Integrated R Backend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PROPINTEL AI PLATFORM</a:t>
            </a:r>
          </a:p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Real-World Problem &amp;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⚠️ THE PROBLEM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Home buyers &amp; investors struggle to estimate fair market home valuations.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Traditional appraisal models lack automated risk assessment tools.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Manual classification of property market tiers is slow and prone to bias.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Lack of real-time financing, EMI, and cashflow yield diagnostics.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✅ THE SOLUTION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Automated Price Prediction in ₹ Lakhs / ₹ Cr using Linear Regression.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Real-Time Deal Approval Risk Probability (%) using Logistic Regression.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Unsupervised Property Tiering (Luxury Villa, Suburban Home, Fixer Plot).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Interactive Home Loan EMI &amp; Monthly Rental Cashflow Calculator.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PROPINTEL AI PLATFORM</a:t>
            </a:r>
          </a:p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System Architecture &amp; 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1. REACT FRONTEND UI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React 18 Single Page App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Tailwind CSS Styling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Interactive Property Sliders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Renovation What-If Simulator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EMI Cashflow Calculator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2. FLASK BACKEND SERVER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Flask REST Web App (app.py)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Data Bridge (r_engine.py)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Master Dataset Pipeline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INR ₹ Currency Conversion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API /api/predict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C084FC"/>
                </a:solidFill>
              </a:defRPr>
            </a:pPr>
            <a:r>
              <a:t>3. R ALGORITHMS ENGINE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Pure R Script (algorithms.R)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lm() Linear Regression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glm() Logistic Regression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kmeans() Clustering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prcomp() PCA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PROPINTEL AI PLATFORM</a:t>
            </a:r>
          </a:p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The 4 Machine Learning Algorithms (Under The Hood)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1. Linear Regression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Supervised Learning • lm()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Predicts fair market home price in ₹ Lakhs / ₹ Cr and price/sqft based on SqFt, Bedrooms, Age, and 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2. Logistic Regression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Supervised Learning • glm()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Predicts deal approval probability (0-100%) and acquisition risk rating (APPROVED vs REJECTED).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C084FC"/>
                </a:solidFill>
              </a:defRPr>
            </a:pPr>
            <a:r>
              <a:t>3. K-Means Clustering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Unsupervised Learning • kmeans()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Classifies properties into 3 market tiers (Luxury Villa, Suburban Home, Budget Fixer Plot).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4. PCA Analysis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Unsupervised Learning • prcomp()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Compresses multiple location metrics into a single composite Neighborhood Quality Score (0-100).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PROPINTEL AI PLATFORM</a:t>
            </a:r>
          </a:p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Key Results, Advantages &amp; Business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6696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365760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🎯 PROJECT IMPACT &amp; RESULTS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• 100% Automated Valuation: Delivers instant home prices in Indian Rupees (₹) with 95% Confidence Bounds.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• Integrated Risk Assessment: Eliminates bad real estate deals using logistic regression probability scoring.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• Interactive Financial Planning: Calculates home loan EMI (₹/mo), monthly rental income, and net cashflows.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• Simplified Architecture: Clean 4-file codebase (app.py, r_engine.py, algorithms.R, main.js) easy to maintain and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